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535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98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304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49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088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980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499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136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795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66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42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F233334-DF92-44F3-8DEB-334DCC2C9142}" type="datetimeFigureOut">
              <a:rPr lang="en-GB" smtClean="0"/>
              <a:t>26/02/2025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214CCF4-354D-47EA-87AC-F016BF18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98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420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E79AA-1016-1213-41EB-08DD078CF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93094"/>
            <a:ext cx="8991600" cy="1645920"/>
          </a:xfrm>
        </p:spPr>
        <p:txBody>
          <a:bodyPr/>
          <a:lstStyle/>
          <a:p>
            <a:r>
              <a:rPr lang="hr-HR" dirty="0">
                <a:latin typeface="Corbel" panose="020B0503020204020204" pitchFamily="34" charset="0"/>
              </a:rPr>
              <a:t>Generator putovanja - NEXTRIP</a:t>
            </a:r>
            <a:endParaRPr lang="en-GB" dirty="0">
              <a:latin typeface="Corbel" panose="020B05030202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461EC3-8070-75D0-2C36-B41A85E8D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7247" y="86382"/>
            <a:ext cx="7477506" cy="1805918"/>
          </a:xfrm>
        </p:spPr>
        <p:txBody>
          <a:bodyPr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FAKULTET ELEKTROTEHNIKE, RAČUNARSTVA I INFORMACIJSKIH TEHNOLOGIJA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Sveučilište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Josipa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Jurja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Strossmayera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u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Osijeku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Završni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rad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DBDBB-DD16-BCAA-2884-1E9FD4A40F39}"/>
              </a:ext>
            </a:extLst>
          </p:cNvPr>
          <p:cNvSpPr txBox="1"/>
          <p:nvPr/>
        </p:nvSpPr>
        <p:spPr>
          <a:xfrm>
            <a:off x="1600200" y="4171950"/>
            <a:ext cx="53307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dirty="0" err="1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Završni</a:t>
            </a:r>
            <a:r>
              <a:rPr lang="en-US" sz="2800" dirty="0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 rad: </a:t>
            </a:r>
            <a:r>
              <a:rPr lang="hr-HR" sz="2800" dirty="0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Petar Ruškan</a:t>
            </a:r>
            <a:endParaRPr lang="en-US" sz="2800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Mentor: Ivica </a:t>
            </a:r>
            <a:r>
              <a:rPr lang="en-US" sz="2800" dirty="0" err="1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Lukić</a:t>
            </a:r>
            <a:r>
              <a:rPr lang="en-US" sz="2800" dirty="0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izv</a:t>
            </a:r>
            <a:r>
              <a:rPr lang="en-US" sz="2800" dirty="0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. prof. dr. sc.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85315-CE26-E621-6B89-415D4CB002C8}"/>
              </a:ext>
            </a:extLst>
          </p:cNvPr>
          <p:cNvSpPr txBox="1"/>
          <p:nvPr/>
        </p:nvSpPr>
        <p:spPr>
          <a:xfrm>
            <a:off x="1600200" y="6019800"/>
            <a:ext cx="3669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U </a:t>
            </a:r>
            <a:r>
              <a:rPr lang="en-US" sz="2800" dirty="0" err="1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Osijeku</a:t>
            </a:r>
            <a:r>
              <a:rPr lang="en-US" sz="2800" dirty="0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Veljača</a:t>
            </a:r>
            <a:r>
              <a:rPr lang="en-US" sz="2800" dirty="0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 202</a:t>
            </a:r>
            <a:r>
              <a:rPr lang="hr-HR" sz="2800" dirty="0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5</a:t>
            </a:r>
            <a:r>
              <a:rPr lang="en-US" sz="2800" dirty="0">
                <a:solidFill>
                  <a:schemeClr val="bg1"/>
                </a:solidFill>
                <a:latin typeface="Corbel" panose="020B0503020204020204" pitchFamily="34" charset="0"/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9024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90D5F-E78F-8DCF-043F-D5D408DE5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hr-HR"/>
              <a:t>OPIS TEME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0E7F7-7004-824F-0226-A90A17F48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rgbClr val="404040"/>
                </a:solidFill>
              </a:rPr>
              <a:t>Web aplikacija za </a:t>
            </a:r>
            <a:r>
              <a:rPr lang="it-IT" dirty="0" err="1"/>
              <a:t>kreira</a:t>
            </a:r>
            <a:r>
              <a:rPr lang="hr-HR" dirty="0"/>
              <a:t>nje </a:t>
            </a:r>
            <a:r>
              <a:rPr lang="it-IT" dirty="0"/>
              <a:t>i </a:t>
            </a:r>
            <a:r>
              <a:rPr lang="it-IT" dirty="0" err="1"/>
              <a:t>prilagod</a:t>
            </a:r>
            <a:r>
              <a:rPr lang="hr-HR" dirty="0" err="1"/>
              <a:t>bu</a:t>
            </a:r>
            <a:r>
              <a:rPr lang="it-IT" dirty="0"/>
              <a:t> </a:t>
            </a:r>
            <a:r>
              <a:rPr lang="it-IT" dirty="0" err="1"/>
              <a:t>putovanja</a:t>
            </a:r>
            <a:r>
              <a:rPr lang="it-IT" dirty="0"/>
              <a:t> prema </a:t>
            </a:r>
            <a:r>
              <a:rPr lang="it-IT" dirty="0" err="1"/>
              <a:t>vlastitim</a:t>
            </a:r>
            <a:r>
              <a:rPr lang="it-IT" dirty="0"/>
              <a:t> </a:t>
            </a:r>
            <a:r>
              <a:rPr lang="it-IT" dirty="0" err="1"/>
              <a:t>željama</a:t>
            </a:r>
            <a:r>
              <a:rPr lang="hr-HR" dirty="0"/>
              <a:t>.</a:t>
            </a:r>
          </a:p>
          <a:p>
            <a:r>
              <a:rPr lang="hr-HR" dirty="0">
                <a:solidFill>
                  <a:srgbClr val="404040"/>
                </a:solidFill>
              </a:rPr>
              <a:t>Značajke:</a:t>
            </a:r>
          </a:p>
          <a:p>
            <a:pPr lvl="1"/>
            <a:r>
              <a:rPr lang="en-GB" dirty="0" err="1"/>
              <a:t>Mogućnost</a:t>
            </a:r>
            <a:r>
              <a:rPr lang="en-GB" dirty="0"/>
              <a:t> </a:t>
            </a:r>
            <a:r>
              <a:rPr lang="en-GB" dirty="0" err="1"/>
              <a:t>jednostavnog</a:t>
            </a:r>
            <a:r>
              <a:rPr lang="en-GB" dirty="0"/>
              <a:t> </a:t>
            </a:r>
            <a:r>
              <a:rPr lang="en-GB" dirty="0" err="1"/>
              <a:t>odabira</a:t>
            </a:r>
            <a:r>
              <a:rPr lang="en-GB" dirty="0"/>
              <a:t> </a:t>
            </a:r>
            <a:r>
              <a:rPr lang="en-GB" dirty="0" err="1"/>
              <a:t>željenih</a:t>
            </a:r>
            <a:r>
              <a:rPr lang="en-GB" dirty="0"/>
              <a:t> </a:t>
            </a:r>
            <a:r>
              <a:rPr lang="en-GB" dirty="0" err="1"/>
              <a:t>destinacija</a:t>
            </a:r>
            <a:r>
              <a:rPr lang="hr-HR" dirty="0"/>
              <a:t> (Interaktivna mapa)</a:t>
            </a:r>
          </a:p>
          <a:p>
            <a:pPr lvl="1"/>
            <a:r>
              <a:rPr lang="hr-HR" dirty="0"/>
              <a:t>S</a:t>
            </a:r>
            <a:r>
              <a:rPr lang="en-GB" dirty="0" err="1"/>
              <a:t>astavljanje</a:t>
            </a:r>
            <a:r>
              <a:rPr lang="en-GB" dirty="0"/>
              <a:t> </a:t>
            </a:r>
            <a:r>
              <a:rPr lang="en-GB" dirty="0" err="1"/>
              <a:t>detaljnih</a:t>
            </a:r>
            <a:r>
              <a:rPr lang="en-GB" dirty="0"/>
              <a:t> </a:t>
            </a:r>
            <a:r>
              <a:rPr lang="en-GB" dirty="0" err="1"/>
              <a:t>planova</a:t>
            </a:r>
            <a:r>
              <a:rPr lang="en-GB" dirty="0"/>
              <a:t> </a:t>
            </a:r>
            <a:r>
              <a:rPr lang="en-GB" dirty="0" err="1"/>
              <a:t>putovanja</a:t>
            </a:r>
            <a:endParaRPr lang="hr-HR" dirty="0"/>
          </a:p>
          <a:p>
            <a:pPr lvl="1"/>
            <a:r>
              <a:rPr lang="hr-HR" dirty="0">
                <a:solidFill>
                  <a:srgbClr val="404040"/>
                </a:solidFill>
              </a:rPr>
              <a:t>Dijeljenje i komentiranje svojih putovanja</a:t>
            </a:r>
          </a:p>
          <a:p>
            <a:pPr lvl="1"/>
            <a:r>
              <a:rPr lang="en-GB" dirty="0" err="1"/>
              <a:t>Interakcija</a:t>
            </a:r>
            <a:r>
              <a:rPr lang="en-GB" dirty="0"/>
              <a:t> s </a:t>
            </a:r>
            <a:r>
              <a:rPr lang="en-GB" dirty="0" err="1"/>
              <a:t>javnim</a:t>
            </a:r>
            <a:r>
              <a:rPr lang="en-GB" dirty="0"/>
              <a:t> </a:t>
            </a:r>
            <a:r>
              <a:rPr lang="en-GB" dirty="0" err="1"/>
              <a:t>putovanjima</a:t>
            </a:r>
            <a:endParaRPr lang="hr-HR" dirty="0">
              <a:solidFill>
                <a:srgbClr val="404040"/>
              </a:solidFill>
            </a:endParaRPr>
          </a:p>
          <a:p>
            <a:pPr lvl="1"/>
            <a:r>
              <a:rPr lang="en-GB" dirty="0" err="1"/>
              <a:t>Prilagodljiv</a:t>
            </a:r>
            <a:r>
              <a:rPr lang="en-GB" dirty="0"/>
              <a:t> </a:t>
            </a:r>
            <a:r>
              <a:rPr lang="en-GB" dirty="0" err="1"/>
              <a:t>raznim</a:t>
            </a:r>
            <a:r>
              <a:rPr lang="en-GB" dirty="0"/>
              <a:t> </a:t>
            </a:r>
            <a:r>
              <a:rPr lang="en-GB" dirty="0" err="1"/>
              <a:t>vrstama</a:t>
            </a:r>
            <a:r>
              <a:rPr lang="en-GB" dirty="0"/>
              <a:t> </a:t>
            </a:r>
            <a:r>
              <a:rPr lang="en-GB" dirty="0" err="1"/>
              <a:t>putovanja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korisničkim</a:t>
            </a:r>
            <a:r>
              <a:rPr lang="en-GB" dirty="0"/>
              <a:t> </a:t>
            </a:r>
            <a:r>
              <a:rPr lang="en-GB" dirty="0" err="1"/>
              <a:t>potrebama</a:t>
            </a:r>
            <a:endParaRPr lang="en-GB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46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DA4BA-30D0-33BF-D4D9-1DF8D39A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hr-HR" dirty="0"/>
              <a:t>Važnost teme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73D33-6C3F-C582-ADF2-0C2FD2B80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123" y="2123556"/>
            <a:ext cx="8779512" cy="36743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r-HR" dirty="0">
                <a:solidFill>
                  <a:srgbClr val="404040"/>
                </a:solidFill>
              </a:rPr>
              <a:t>Digitalizira i automatizira planiranje putovanja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>
                <a:solidFill>
                  <a:srgbClr val="404040"/>
                </a:solidFill>
              </a:rPr>
              <a:t>Štedi vrijeme i trud pružajući personalizirana rješenja.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>
                <a:solidFill>
                  <a:srgbClr val="404040"/>
                </a:solidFill>
              </a:rPr>
              <a:t>Povećava pristupačnost planiranja putovanja za širu publiku.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>
                <a:solidFill>
                  <a:srgbClr val="404040"/>
                </a:solidFill>
              </a:rPr>
              <a:t>Koristi moderne tehnologije (</a:t>
            </a:r>
            <a:r>
              <a:rPr lang="hr-HR" dirty="0" err="1">
                <a:solidFill>
                  <a:srgbClr val="404040"/>
                </a:solidFill>
              </a:rPr>
              <a:t>Angular</a:t>
            </a:r>
            <a:r>
              <a:rPr lang="hr-HR" dirty="0">
                <a:solidFill>
                  <a:srgbClr val="404040"/>
                </a:solidFill>
              </a:rPr>
              <a:t>, NestJs, MongoDB) za: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>
                <a:solidFill>
                  <a:srgbClr val="404040"/>
                </a:solidFill>
              </a:rPr>
              <a:t>Skalabilnost sustava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>
                <a:solidFill>
                  <a:srgbClr val="404040"/>
                </a:solidFill>
              </a:rPr>
              <a:t>Fleksibilnost u dizajnu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>
                <a:solidFill>
                  <a:srgbClr val="404040"/>
                </a:solidFill>
              </a:rPr>
              <a:t>Sigurnost podataka</a:t>
            </a:r>
          </a:p>
        </p:txBody>
      </p:sp>
    </p:spTree>
    <p:extLst>
      <p:ext uri="{BB962C8B-B14F-4D97-AF65-F5344CB8AC3E}">
        <p14:creationId xmlns:p14="http://schemas.microsoft.com/office/powerpoint/2010/main" val="3227714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C710-449E-AA91-59CC-A08ACDDFF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964692"/>
            <a:ext cx="7437536" cy="1188720"/>
          </a:xfrm>
        </p:spPr>
        <p:txBody>
          <a:bodyPr>
            <a:normAutofit/>
          </a:bodyPr>
          <a:lstStyle/>
          <a:p>
            <a:r>
              <a:rPr lang="en-US"/>
              <a:t>Postojeće web stranice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2904D-F990-141D-DDD2-7E38B6EBF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475145"/>
            <a:ext cx="7437536" cy="3409259"/>
          </a:xfrm>
        </p:spPr>
        <p:txBody>
          <a:bodyPr>
            <a:normAutofit/>
          </a:bodyPr>
          <a:lstStyle/>
          <a:p>
            <a:r>
              <a:rPr lang="en-GB" dirty="0"/>
              <a:t>TripAdvisor </a:t>
            </a:r>
            <a:r>
              <a:rPr lang="hr-HR" dirty="0"/>
              <a:t>- </a:t>
            </a:r>
            <a:r>
              <a:rPr lang="en-GB" dirty="0" err="1"/>
              <a:t>pretraživanje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rezervaciju</a:t>
            </a:r>
            <a:r>
              <a:rPr lang="en-GB" dirty="0"/>
              <a:t> </a:t>
            </a:r>
            <a:r>
              <a:rPr lang="en-GB" dirty="0" err="1"/>
              <a:t>smještaja</a:t>
            </a:r>
            <a:r>
              <a:rPr lang="en-GB" dirty="0"/>
              <a:t>, </a:t>
            </a:r>
            <a:r>
              <a:rPr lang="en-GB" dirty="0" err="1"/>
              <a:t>restorana</a:t>
            </a:r>
            <a:r>
              <a:rPr lang="en-GB" dirty="0"/>
              <a:t>, </a:t>
            </a:r>
            <a:r>
              <a:rPr lang="en-GB" dirty="0" err="1"/>
              <a:t>letova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hr-HR" dirty="0"/>
              <a:t>	         </a:t>
            </a:r>
            <a:r>
              <a:rPr lang="en-GB" dirty="0" err="1"/>
              <a:t>aktivnosti</a:t>
            </a:r>
            <a:r>
              <a:rPr lang="hr-HR" dirty="0"/>
              <a:t> </a:t>
            </a:r>
            <a:r>
              <a:rPr lang="en-GB" dirty="0" err="1"/>
              <a:t>uz</a:t>
            </a:r>
            <a:r>
              <a:rPr lang="en-GB" dirty="0"/>
              <a:t> </a:t>
            </a:r>
            <a:r>
              <a:rPr lang="en-GB" dirty="0" err="1"/>
              <a:t>pomoć</a:t>
            </a:r>
            <a:r>
              <a:rPr lang="en-GB" dirty="0"/>
              <a:t> </a:t>
            </a:r>
            <a:r>
              <a:rPr lang="en-GB" dirty="0" err="1"/>
              <a:t>velikog</a:t>
            </a:r>
            <a:r>
              <a:rPr lang="en-GB" dirty="0"/>
              <a:t> </a:t>
            </a:r>
            <a:r>
              <a:rPr lang="en-GB" dirty="0" err="1"/>
              <a:t>broja</a:t>
            </a:r>
            <a:r>
              <a:rPr lang="en-GB" dirty="0"/>
              <a:t> </a:t>
            </a:r>
            <a:r>
              <a:rPr lang="en-GB" dirty="0" err="1"/>
              <a:t>recenzija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ocjena</a:t>
            </a:r>
            <a:endParaRPr lang="hr-HR" dirty="0"/>
          </a:p>
          <a:p>
            <a:endParaRPr lang="hr-HR" dirty="0"/>
          </a:p>
          <a:p>
            <a:r>
              <a:rPr lang="en-GB" dirty="0"/>
              <a:t>Kayak </a:t>
            </a:r>
            <a:r>
              <a:rPr lang="hr-HR" dirty="0"/>
              <a:t>- </a:t>
            </a:r>
            <a:r>
              <a:rPr lang="en-GB" dirty="0" err="1"/>
              <a:t>pretraživanje</a:t>
            </a:r>
            <a:r>
              <a:rPr lang="en-GB" dirty="0"/>
              <a:t>, </a:t>
            </a:r>
            <a:r>
              <a:rPr lang="en-GB" dirty="0" err="1"/>
              <a:t>usporedb</a:t>
            </a:r>
            <a:r>
              <a:rPr lang="hr-HR" dirty="0"/>
              <a:t>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praćenje</a:t>
            </a:r>
            <a:r>
              <a:rPr lang="en-GB" dirty="0"/>
              <a:t> </a:t>
            </a:r>
            <a:r>
              <a:rPr lang="en-GB" dirty="0" err="1"/>
              <a:t>cijena</a:t>
            </a:r>
            <a:r>
              <a:rPr lang="en-GB" dirty="0"/>
              <a:t> </a:t>
            </a:r>
            <a:r>
              <a:rPr lang="en-GB" dirty="0" err="1"/>
              <a:t>letova</a:t>
            </a:r>
            <a:r>
              <a:rPr lang="en-GB" dirty="0"/>
              <a:t>, </a:t>
            </a:r>
            <a:r>
              <a:rPr lang="en-GB" dirty="0" err="1"/>
              <a:t>hotela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rent-a-car </a:t>
            </a:r>
            <a:r>
              <a:rPr lang="hr-HR" dirty="0"/>
              <a:t>	 </a:t>
            </a:r>
            <a:r>
              <a:rPr lang="en-GB" dirty="0" err="1"/>
              <a:t>usluga</a:t>
            </a:r>
            <a:r>
              <a:rPr lang="hr-HR" dirty="0"/>
              <a:t> uz </a:t>
            </a:r>
            <a:r>
              <a:rPr lang="en-GB" dirty="0" err="1"/>
              <a:t>napredne</a:t>
            </a:r>
            <a:r>
              <a:rPr lang="en-GB" dirty="0"/>
              <a:t> </a:t>
            </a:r>
            <a:r>
              <a:rPr lang="en-GB" dirty="0" err="1"/>
              <a:t>algoritme</a:t>
            </a:r>
            <a:r>
              <a:rPr lang="en-GB" dirty="0"/>
              <a:t> </a:t>
            </a:r>
            <a:r>
              <a:rPr lang="hr-HR" dirty="0"/>
              <a:t>za</a:t>
            </a:r>
            <a:r>
              <a:rPr lang="en-GB" dirty="0"/>
              <a:t> </a:t>
            </a:r>
            <a:r>
              <a:rPr lang="en-GB" dirty="0" err="1"/>
              <a:t>lakše</a:t>
            </a:r>
            <a:r>
              <a:rPr lang="en-GB" dirty="0"/>
              <a:t> </a:t>
            </a:r>
            <a:r>
              <a:rPr lang="en-GB" dirty="0" err="1"/>
              <a:t>planiranj</a:t>
            </a:r>
            <a:r>
              <a:rPr lang="hr-HR" dirty="0"/>
              <a:t>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ušted</a:t>
            </a:r>
            <a:r>
              <a:rPr lang="hr-HR" dirty="0"/>
              <a:t>u</a:t>
            </a:r>
          </a:p>
          <a:p>
            <a:endParaRPr lang="hr-HR" dirty="0"/>
          </a:p>
          <a:p>
            <a:r>
              <a:rPr lang="en-GB" dirty="0"/>
              <a:t>Google Trips </a:t>
            </a:r>
            <a:r>
              <a:rPr lang="hr-HR" dirty="0"/>
              <a:t>- </a:t>
            </a:r>
            <a:r>
              <a:rPr lang="en-GB" dirty="0" err="1"/>
              <a:t>automatsk</a:t>
            </a:r>
            <a:r>
              <a:rPr lang="hr-HR" dirty="0"/>
              <a:t>a</a:t>
            </a:r>
            <a:r>
              <a:rPr lang="en-GB" dirty="0"/>
              <a:t> </a:t>
            </a:r>
            <a:r>
              <a:rPr lang="en-GB" dirty="0" err="1"/>
              <a:t>organiz</a:t>
            </a:r>
            <a:r>
              <a:rPr lang="hr-HR" dirty="0" err="1"/>
              <a:t>acija</a:t>
            </a:r>
            <a:r>
              <a:rPr lang="en-GB" dirty="0"/>
              <a:t> </a:t>
            </a:r>
            <a:r>
              <a:rPr lang="en-GB" dirty="0" err="1"/>
              <a:t>rezervacije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generira</a:t>
            </a:r>
            <a:r>
              <a:rPr lang="en-GB" dirty="0"/>
              <a:t> </a:t>
            </a:r>
            <a:r>
              <a:rPr lang="en-GB" dirty="0" err="1"/>
              <a:t>itine</a:t>
            </a:r>
            <a:r>
              <a:rPr lang="hr-HR" dirty="0" err="1"/>
              <a:t>rara</a:t>
            </a:r>
            <a:r>
              <a:rPr lang="en-GB" dirty="0"/>
              <a:t> </a:t>
            </a:r>
            <a:r>
              <a:rPr lang="hr-HR" dirty="0"/>
              <a:t>te 	          </a:t>
            </a:r>
            <a:r>
              <a:rPr lang="en-GB" dirty="0" err="1"/>
              <a:t>preporu</a:t>
            </a:r>
            <a:r>
              <a:rPr lang="hr-HR" dirty="0"/>
              <a:t>ka</a:t>
            </a:r>
            <a:r>
              <a:rPr lang="en-GB" dirty="0"/>
              <a:t> plan</a:t>
            </a:r>
            <a:r>
              <a:rPr lang="hr-HR" dirty="0"/>
              <a:t>ova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lokaln</a:t>
            </a:r>
            <a:r>
              <a:rPr lang="hr-HR" dirty="0"/>
              <a:t>ih</a:t>
            </a:r>
            <a:r>
              <a:rPr lang="en-GB" dirty="0"/>
              <a:t> </a:t>
            </a:r>
            <a:r>
              <a:rPr lang="en-GB" dirty="0" err="1"/>
              <a:t>atrakcij</a:t>
            </a:r>
            <a:r>
              <a:rPr lang="hr-HR" dirty="0"/>
              <a:t>a</a:t>
            </a:r>
            <a:r>
              <a:rPr lang="en-GB" dirty="0"/>
              <a:t> za </a:t>
            </a:r>
            <a:r>
              <a:rPr lang="en-GB" dirty="0" err="1"/>
              <a:t>jednostavno</a:t>
            </a:r>
            <a:r>
              <a:rPr lang="en-GB" dirty="0"/>
              <a:t> </a:t>
            </a:r>
            <a:r>
              <a:rPr lang="hr-HR" dirty="0"/>
              <a:t>	          </a:t>
            </a:r>
            <a:r>
              <a:rPr lang="en-GB" dirty="0" err="1"/>
              <a:t>planiranje</a:t>
            </a:r>
            <a:r>
              <a:rPr lang="hr-HR" dirty="0"/>
              <a:t> </a:t>
            </a:r>
            <a:r>
              <a:rPr lang="en-GB" dirty="0" err="1"/>
              <a:t>putovanja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4C5437-838C-45F6-BFC8-3AF0ADE3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7576" y="-2"/>
            <a:ext cx="3284423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CBD493-E381-4822-8F8F-A4194DFD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4853" y="484632"/>
            <a:ext cx="2310590" cy="17502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10D9BE-4AD2-4CC3-84FA-4E05790B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4853" y="2395728"/>
            <a:ext cx="2310590" cy="17502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BE7890E7-462E-1FAC-5640-581C12367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6372" y="1043556"/>
            <a:ext cx="2007553" cy="63237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D7CC766-DF6B-4E3F-8101-8D5F35D4A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4853" y="4311381"/>
            <a:ext cx="2310590" cy="17502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1F5764-DF33-3AE7-6A51-845CA5EF6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6372" y="3080549"/>
            <a:ext cx="2007553" cy="38645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E37EE3B-D801-7035-4719-F64219EED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6091" y="4462438"/>
            <a:ext cx="1448114" cy="144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5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054B5-5879-D61C-4DCB-B47B3F505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300">
                <a:solidFill>
                  <a:srgbClr val="FFFFFF"/>
                </a:solidFill>
              </a:rPr>
              <a:t>Korištene tehnologije</a:t>
            </a:r>
            <a:endParaRPr lang="en-GB" sz="23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E9796-083D-401C-36C6-45AF17111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805" y="225187"/>
            <a:ext cx="6781395" cy="6366681"/>
          </a:xfrm>
        </p:spPr>
        <p:txBody>
          <a:bodyPr anchor="ctr">
            <a:normAutofit/>
          </a:bodyPr>
          <a:lstStyle/>
          <a:p>
            <a:r>
              <a:rPr lang="hr-HR" b="1" dirty="0" err="1"/>
              <a:t>Frontend</a:t>
            </a:r>
            <a:endParaRPr lang="hr-HR" b="1" dirty="0"/>
          </a:p>
          <a:p>
            <a:pPr lvl="1"/>
            <a:r>
              <a:rPr lang="en-GB" b="1" dirty="0"/>
              <a:t>Angular:</a:t>
            </a:r>
            <a:r>
              <a:rPr lang="hr-HR" b="1" dirty="0"/>
              <a:t> </a:t>
            </a:r>
            <a:r>
              <a:rPr lang="hr-HR" dirty="0"/>
              <a:t>Dinamična</a:t>
            </a:r>
            <a:r>
              <a:rPr lang="en-GB" dirty="0"/>
              <a:t> </a:t>
            </a:r>
            <a:r>
              <a:rPr lang="hr-HR" dirty="0"/>
              <a:t>izrada</a:t>
            </a:r>
            <a:r>
              <a:rPr lang="en-GB" dirty="0"/>
              <a:t> </a:t>
            </a:r>
            <a:r>
              <a:rPr lang="en-GB" dirty="0" err="1"/>
              <a:t>sučelja</a:t>
            </a:r>
            <a:r>
              <a:rPr lang="en-GB" dirty="0"/>
              <a:t> s </a:t>
            </a:r>
            <a:r>
              <a:rPr lang="en-GB" dirty="0" err="1"/>
              <a:t>modularnom</a:t>
            </a:r>
            <a:r>
              <a:rPr lang="en-GB" dirty="0"/>
              <a:t> </a:t>
            </a:r>
            <a:r>
              <a:rPr lang="en-GB" dirty="0" err="1"/>
              <a:t>arhitekturo</a:t>
            </a:r>
            <a:r>
              <a:rPr lang="hr-HR" dirty="0"/>
              <a:t>m.</a:t>
            </a:r>
          </a:p>
          <a:p>
            <a:pPr lvl="1"/>
            <a:r>
              <a:rPr lang="en-GB" b="1" dirty="0"/>
              <a:t>Tailwind CSS:</a:t>
            </a:r>
            <a:r>
              <a:rPr lang="hr-HR" b="1" dirty="0"/>
              <a:t> </a:t>
            </a:r>
            <a:r>
              <a:rPr lang="hr-HR" dirty="0"/>
              <a:t>izrada</a:t>
            </a:r>
            <a:r>
              <a:rPr lang="hr-HR" b="1" dirty="0"/>
              <a:t> </a:t>
            </a:r>
            <a:r>
              <a:rPr lang="en-GB" dirty="0" err="1"/>
              <a:t>prilagodljivih</a:t>
            </a:r>
            <a:r>
              <a:rPr lang="en-GB" dirty="0"/>
              <a:t> </a:t>
            </a:r>
            <a:r>
              <a:rPr lang="en-GB" dirty="0" err="1"/>
              <a:t>sučelja</a:t>
            </a:r>
            <a:r>
              <a:rPr lang="en-GB" dirty="0"/>
              <a:t> s </a:t>
            </a:r>
            <a:r>
              <a:rPr lang="en-GB" dirty="0" err="1"/>
              <a:t>unaprijed</a:t>
            </a:r>
            <a:r>
              <a:rPr lang="en-GB" dirty="0"/>
              <a:t> </a:t>
            </a:r>
            <a:r>
              <a:rPr lang="en-GB" dirty="0" err="1"/>
              <a:t>definiranim</a:t>
            </a:r>
            <a:r>
              <a:rPr lang="en-GB" dirty="0"/>
              <a:t> </a:t>
            </a:r>
            <a:r>
              <a:rPr lang="hr-HR" dirty="0"/>
              <a:t>			</a:t>
            </a:r>
            <a:r>
              <a:rPr lang="en-GB" dirty="0" err="1"/>
              <a:t>klasama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responzivnim</a:t>
            </a:r>
            <a:r>
              <a:rPr lang="en-GB" dirty="0"/>
              <a:t> </a:t>
            </a:r>
            <a:r>
              <a:rPr lang="en-GB" dirty="0" err="1"/>
              <a:t>dizajnom</a:t>
            </a:r>
            <a:r>
              <a:rPr lang="en-GB" dirty="0"/>
              <a:t>.</a:t>
            </a:r>
            <a:endParaRPr lang="hr-HR" dirty="0"/>
          </a:p>
          <a:p>
            <a:r>
              <a:rPr lang="hr-HR" b="1" dirty="0" err="1"/>
              <a:t>Backend</a:t>
            </a:r>
            <a:endParaRPr lang="hr-HR" b="1" dirty="0"/>
          </a:p>
          <a:p>
            <a:pPr lvl="1"/>
            <a:r>
              <a:rPr lang="en-GB" b="1" dirty="0" err="1"/>
              <a:t>NestJS</a:t>
            </a:r>
            <a:r>
              <a:rPr lang="en-GB" b="1" dirty="0"/>
              <a:t>:</a:t>
            </a:r>
            <a:r>
              <a:rPr lang="hr-HR" b="1" dirty="0"/>
              <a:t> </a:t>
            </a:r>
            <a:r>
              <a:rPr lang="en-GB" dirty="0" err="1"/>
              <a:t>Skalabilni</a:t>
            </a:r>
            <a:r>
              <a:rPr lang="en-GB" dirty="0"/>
              <a:t> back-end </a:t>
            </a:r>
            <a:r>
              <a:rPr lang="en-GB" dirty="0" err="1"/>
              <a:t>sustav</a:t>
            </a:r>
            <a:r>
              <a:rPr lang="en-GB" dirty="0"/>
              <a:t> </a:t>
            </a:r>
            <a:r>
              <a:rPr lang="en-GB" dirty="0" err="1"/>
              <a:t>temeljen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TypeScriptu</a:t>
            </a:r>
            <a:r>
              <a:rPr lang="en-GB" dirty="0"/>
              <a:t> s </a:t>
            </a:r>
            <a:r>
              <a:rPr lang="hr-HR" dirty="0"/>
              <a:t>	   	     </a:t>
            </a:r>
            <a:r>
              <a:rPr lang="en-GB" dirty="0" err="1"/>
              <a:t>jednostavnom</a:t>
            </a:r>
            <a:r>
              <a:rPr lang="en-GB" dirty="0"/>
              <a:t> </a:t>
            </a:r>
            <a:r>
              <a:rPr lang="en-GB" dirty="0" err="1"/>
              <a:t>integracijom</a:t>
            </a:r>
            <a:r>
              <a:rPr lang="en-GB" dirty="0"/>
              <a:t> s </a:t>
            </a:r>
            <a:r>
              <a:rPr lang="en-GB" dirty="0" err="1"/>
              <a:t>Angularom</a:t>
            </a:r>
            <a:r>
              <a:rPr lang="en-GB" dirty="0"/>
              <a:t>. </a:t>
            </a:r>
            <a:endParaRPr lang="hr-HR" dirty="0"/>
          </a:p>
          <a:p>
            <a:pPr lvl="1"/>
            <a:r>
              <a:rPr lang="en-GB" b="1" dirty="0"/>
              <a:t>MongoDB:</a:t>
            </a:r>
            <a:r>
              <a:rPr lang="hr-HR" b="1" dirty="0"/>
              <a:t> </a:t>
            </a:r>
            <a:r>
              <a:rPr lang="pl-PL" dirty="0"/>
              <a:t>Fleksibilna NoSQL baza podataka za brzo pretraživanje i 		          obradu podataka</a:t>
            </a:r>
            <a:r>
              <a:rPr lang="en-GB" dirty="0"/>
              <a:t>.</a:t>
            </a:r>
            <a:endParaRPr lang="hr-HR" dirty="0"/>
          </a:p>
          <a:p>
            <a:r>
              <a:rPr lang="hr-HR" b="1" dirty="0"/>
              <a:t>Eksterni API</a:t>
            </a:r>
          </a:p>
          <a:p>
            <a:pPr lvl="1"/>
            <a:r>
              <a:rPr lang="hr-HR" b="1" dirty="0"/>
              <a:t>Google </a:t>
            </a:r>
            <a:r>
              <a:rPr lang="hr-HR" b="1" dirty="0" err="1"/>
              <a:t>places</a:t>
            </a:r>
            <a:r>
              <a:rPr lang="hr-HR" b="1" dirty="0"/>
              <a:t> API: </a:t>
            </a:r>
            <a:r>
              <a:rPr lang="hr-HR" dirty="0"/>
              <a:t>integracija za dohvat relevantnih podataka o 			        lokacijama i poslovnim informacijama.</a:t>
            </a:r>
            <a:endParaRPr lang="hr-HR" b="1" dirty="0"/>
          </a:p>
          <a:p>
            <a:r>
              <a:rPr lang="hr-HR" b="1" dirty="0"/>
              <a:t>Alati</a:t>
            </a:r>
          </a:p>
          <a:p>
            <a:pPr lvl="1"/>
            <a:r>
              <a:rPr lang="en-GB" b="1" dirty="0"/>
              <a:t>Visual Studio Code:</a:t>
            </a:r>
            <a:r>
              <a:rPr lang="hr-HR" b="1" dirty="0"/>
              <a:t> </a:t>
            </a:r>
            <a:r>
              <a:rPr lang="en-GB" dirty="0" err="1"/>
              <a:t>Višenamjenski</a:t>
            </a:r>
            <a:r>
              <a:rPr lang="en-GB" dirty="0"/>
              <a:t> </a:t>
            </a:r>
            <a:r>
              <a:rPr lang="en-GB" dirty="0" err="1"/>
              <a:t>uređivač</a:t>
            </a:r>
            <a:r>
              <a:rPr lang="en-GB" dirty="0"/>
              <a:t> </a:t>
            </a:r>
            <a:r>
              <a:rPr lang="en-GB" dirty="0" err="1"/>
              <a:t>kôda</a:t>
            </a:r>
            <a:r>
              <a:rPr lang="en-GB" dirty="0"/>
              <a:t> s </a:t>
            </a:r>
            <a:r>
              <a:rPr lang="en-GB" dirty="0" err="1"/>
              <a:t>integriranim</a:t>
            </a:r>
            <a:r>
              <a:rPr lang="en-GB" dirty="0"/>
              <a:t> </a:t>
            </a:r>
            <a:r>
              <a:rPr lang="en-GB" dirty="0" err="1"/>
              <a:t>alatima</a:t>
            </a:r>
            <a:r>
              <a:rPr lang="en-GB" dirty="0"/>
              <a:t>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65279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77EED-82A6-BE3C-022D-A547EC2F6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 err="1"/>
              <a:t>Demonstracija</a:t>
            </a:r>
            <a:r>
              <a:rPr lang="en-US" dirty="0"/>
              <a:t> web </a:t>
            </a:r>
            <a:r>
              <a:rPr lang="en-US" dirty="0" err="1"/>
              <a:t>stranice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49675-4127-AF2E-CCF8-4FF8D4801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Pokretanjem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aplikacije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korisničko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sučelje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postaje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dostupno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adresi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  <a:hlinkClick r:id="rId2"/>
              </a:rPr>
              <a:t>http://localhost:</a:t>
            </a:r>
            <a:r>
              <a:rPr lang="hr-HR" dirty="0">
                <a:ea typeface="+mn-lt"/>
                <a:cs typeface="+mn-lt"/>
                <a:hlinkClick r:id="rId2"/>
              </a:rPr>
              <a:t>4200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gdje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može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pristupiti</a:t>
            </a:r>
            <a:r>
              <a:rPr lang="en-US" dirty="0">
                <a:ea typeface="+mn-lt"/>
                <a:cs typeface="+mn-lt"/>
              </a:rPr>
              <a:t> web </a:t>
            </a:r>
            <a:r>
              <a:rPr lang="en-US" dirty="0" err="1">
                <a:ea typeface="+mn-lt"/>
                <a:cs typeface="+mn-lt"/>
              </a:rPr>
              <a:t>stranici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buClr>
                <a:srgbClr val="1287C3"/>
              </a:buClr>
            </a:pPr>
            <a:r>
              <a:rPr lang="en-US" dirty="0">
                <a:ea typeface="+mn-lt"/>
                <a:cs typeface="+mn-lt"/>
              </a:rPr>
              <a:t>Backend </a:t>
            </a:r>
            <a:r>
              <a:rPr lang="en-US" dirty="0" err="1">
                <a:ea typeface="+mn-lt"/>
                <a:cs typeface="+mn-lt"/>
              </a:rPr>
              <a:t>okruženje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hr-HR" dirty="0">
                <a:ea typeface="+mn-lt"/>
                <a:cs typeface="+mn-lt"/>
              </a:rPr>
              <a:t>radi na </a:t>
            </a:r>
            <a:r>
              <a:rPr lang="en-US" dirty="0" err="1">
                <a:ea typeface="+mn-lt"/>
                <a:cs typeface="+mn-lt"/>
              </a:rPr>
              <a:t>adresi</a:t>
            </a:r>
            <a:r>
              <a:rPr lang="en-US" dirty="0">
                <a:ea typeface="+mn-lt"/>
                <a:cs typeface="+mn-lt"/>
              </a:rPr>
              <a:t> https://localhost:</a:t>
            </a:r>
            <a:r>
              <a:rPr lang="hr-HR" dirty="0">
                <a:ea typeface="+mn-lt"/>
                <a:cs typeface="+mn-lt"/>
              </a:rPr>
              <a:t>3000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putem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koje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ostvaruje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komunikacija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između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korisničkog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sučelja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serverske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logike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aplikacije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hr-HR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61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278AB-189D-CB8F-18F4-E788B1A8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 err="1"/>
              <a:t>Zaključak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EFAB-B250-9909-419C-4DD5BAC75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1911350"/>
            <a:ext cx="8779512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Izrada aplikacije:</a:t>
            </a:r>
            <a:endParaRPr lang="hr-HR" dirty="0"/>
          </a:p>
          <a:p>
            <a:pPr lvl="1"/>
            <a:r>
              <a:rPr lang="hr-HR" dirty="0"/>
              <a:t>Jednostavno planiranje putovanja s personaliziranim itinererima</a:t>
            </a:r>
          </a:p>
          <a:p>
            <a:pPr lvl="1"/>
            <a:r>
              <a:rPr lang="hr-HR" dirty="0"/>
              <a:t>Privatna ili javna putovanja, dodavanje komentara i </a:t>
            </a:r>
            <a:r>
              <a:rPr lang="hr-HR" dirty="0" err="1"/>
              <a:t>lajkovanje</a:t>
            </a:r>
            <a:endParaRPr lang="hr-HR" dirty="0"/>
          </a:p>
          <a:p>
            <a:pPr lvl="1"/>
            <a:r>
              <a:rPr lang="hr-HR" dirty="0"/>
              <a:t>Autentifikacija korisnika putem JWT-a za sigurnost</a:t>
            </a:r>
          </a:p>
          <a:p>
            <a:r>
              <a:rPr lang="hr-HR" b="1" dirty="0"/>
              <a:t>Poboljšanja</a:t>
            </a:r>
            <a:endParaRPr lang="hr-HR" dirty="0"/>
          </a:p>
          <a:p>
            <a:pPr lvl="1"/>
            <a:r>
              <a:rPr lang="hr-HR" dirty="0"/>
              <a:t>Integracija s vanjskim servisima (rezerviranje letova, smještaja, restorana i aktivnosti).</a:t>
            </a:r>
          </a:p>
          <a:p>
            <a:pPr lvl="1"/>
            <a:r>
              <a:rPr lang="hr-HR" dirty="0"/>
              <a:t>Implementacija sustava plaćanja za </a:t>
            </a:r>
            <a:r>
              <a:rPr lang="hr-HR" dirty="0" err="1"/>
              <a:t>premium</a:t>
            </a:r>
            <a:r>
              <a:rPr lang="hr-HR" dirty="0"/>
              <a:t> funkcionalnosti (kupovina tokena za dodatne značajke).</a:t>
            </a:r>
          </a:p>
          <a:p>
            <a:pPr lvl="1"/>
            <a:r>
              <a:rPr lang="hr-HR" dirty="0"/>
              <a:t>Dodavanje opcije za chat među korisnicima i vlasnicima javnih putovanja, potičući zajedničku interakciju i razmjenu informacija.</a:t>
            </a:r>
          </a:p>
          <a:p>
            <a:endParaRPr lang="hr-HR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19630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127</TotalTime>
  <Words>432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Gill Sans MT</vt:lpstr>
      <vt:lpstr>Parcel</vt:lpstr>
      <vt:lpstr>Generator putovanja - NEXTRIP</vt:lpstr>
      <vt:lpstr>OPIS TEME</vt:lpstr>
      <vt:lpstr>Važnost teme</vt:lpstr>
      <vt:lpstr>Postojeće web stranice</vt:lpstr>
      <vt:lpstr>Korištene tehnologije</vt:lpstr>
      <vt:lpstr>Demonstracija web stranice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Petar Ruškan</dc:creator>
  <cp:lastModifiedBy>Petar Ruškan</cp:lastModifiedBy>
  <cp:revision>7</cp:revision>
  <dcterms:created xsi:type="dcterms:W3CDTF">2025-02-25T18:39:39Z</dcterms:created>
  <dcterms:modified xsi:type="dcterms:W3CDTF">2025-02-26T19:57:32Z</dcterms:modified>
</cp:coreProperties>
</file>